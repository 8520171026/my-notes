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8729E"/>
                </a:solidFill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729E"/>
                </a:solidFill>
              </a:defRPr>
            </a:pPr>
            <a:r>
              <a:t>WorkBuddy AI 工具实战 · 去 AI 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200400"/>
            <a:ext cx="57908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645920"/>
            <a:ext cx="9448495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1400"/>
              </a:spcAft>
              <a:defRPr sz="4200" b="1">
                <a:solidFill>
                  <a:srgbClr val="662D8C"/>
                </a:solidFill>
              </a:defRPr>
            </a:pPr>
            <a:r>
              <a:t>去 AI 味</a:t>
            </a:r>
          </a:p>
          <a:p>
            <a:pPr algn="ctr">
              <a:defRPr sz="2000" b="0">
                <a:solidFill>
                  <a:srgbClr val="9B59B6"/>
                </a:solidFill>
              </a:defRPr>
            </a:pPr>
            <a:r>
              <a:t>别让你的文章被一眼看穿 · humanizer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8729E"/>
                </a:solidFill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729E"/>
                </a:solidFill>
              </a:defRPr>
            </a:pPr>
            <a:r>
              <a:t>WorkBuddy AI 工具实战 · 去 AI 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2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什么是「AI 味」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371600"/>
            <a:ext cx="10545775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341F47"/>
                </a:solidFill>
              </a:defRPr>
            </a:pPr>
            <a:r>
              <a:t>套话连篇：赋能、闭环、抓手、众所周知</a:t>
            </a:r>
          </a:p>
          <a:p>
            <a:pPr>
              <a:spcAft>
                <a:spcPts val="900"/>
              </a:spcAft>
              <a:defRPr sz="1700" b="0">
                <a:solidFill>
                  <a:srgbClr val="341F47"/>
                </a:solidFill>
              </a:defRPr>
            </a:pPr>
            <a:r>
              <a:t>三段式八股：开场宏大 — 中间罗列 — 结尾升华</a:t>
            </a:r>
          </a:p>
          <a:p>
            <a:pPr>
              <a:spcAft>
                <a:spcPts val="900"/>
              </a:spcAft>
              <a:defRPr sz="1700" b="0">
                <a:solidFill>
                  <a:srgbClr val="341F47"/>
                </a:solidFill>
              </a:defRPr>
            </a:pPr>
            <a:r>
              <a:t>破折号与感叹号滥用，语气虚假热情</a:t>
            </a:r>
          </a:p>
          <a:p>
            <a:pPr>
              <a:spcAft>
                <a:spcPts val="900"/>
              </a:spcAft>
              <a:defRPr sz="1700" b="0">
                <a:solidFill>
                  <a:srgbClr val="341F47"/>
                </a:solidFill>
              </a:defRPr>
            </a:pPr>
            <a:r>
              <a:t>模糊引用、无实证的断言：据说 / 有研究显示……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8729E"/>
                </a:solidFill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729E"/>
                </a:solidFill>
              </a:defRPr>
            </a:pPr>
            <a:r>
              <a:t>WorkBuddy AI 工具实战 · 去 AI 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2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三个最露馅的套路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B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夸大意义：把一件小事写成改变世界</a:t>
            </a:r>
          </a:p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促销腔：家人们谁懂啊、限时福利</a:t>
            </a:r>
          </a:p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模糊引用：据说、有研究显示……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正确做法①：给具体数字和场景</a:t>
            </a:r>
          </a:p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正确做法②：用你自己的真实口吻</a:t>
            </a:r>
          </a:p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正确做法③：一句人话胜过三段排比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8729E"/>
                </a:solidFill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729E"/>
                </a:solidFill>
              </a:defRPr>
            </a:pPr>
            <a:r>
              <a:t>WorkBuddy AI 工具实战 · 去 AI 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2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去味前后对比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6035040" y="1188720"/>
            <a:ext cx="27432" cy="5029200"/>
          </a:xfrm>
          <a:prstGeom prst="rect">
            <a:avLst/>
          </a:prstGeom>
          <a:solidFill>
            <a:srgbClr val="EBE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改前：本文深度探讨了 AI 赋能内容创作的重大意义，众所周知……</a:t>
            </a:r>
          </a:p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特点：AI 腔、没信息量、一眼假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280160"/>
            <a:ext cx="4846320" cy="4846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改后：我试了 3 个去 AI 味的工具，这篇就是改出来的</a:t>
            </a:r>
          </a:p>
          <a:p>
            <a:pPr>
              <a:spcAft>
                <a:spcPts val="700"/>
              </a:spcAft>
              <a:defRPr sz="1500" b="0">
                <a:solidFill>
                  <a:srgbClr val="341F47"/>
                </a:solidFill>
              </a:defRPr>
            </a:pPr>
            <a:r>
              <a:t>特点：具体、像人写的、可信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4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1825935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>
                <a:solidFill>
                  <a:srgbClr val="88729E"/>
                </a:solidFill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0" y="11825935"/>
            <a:ext cx="4572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88729E"/>
                </a:solidFill>
              </a:defRPr>
            </a:pPr>
            <a:r>
              <a:t>WorkBuddy AI 工具实战 · 去 AI 味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662D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54864"/>
          </a:xfrm>
          <a:prstGeom prst="rect">
            <a:avLst/>
          </a:prstGeom>
          <a:solidFill>
            <a:srgbClr val="F1C4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</a:defRPr>
            </a:pPr>
            <a:r>
              <a:t>行动号召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371600"/>
            <a:ext cx="9997135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700" b="0">
                <a:solidFill>
                  <a:srgbClr val="341F47"/>
                </a:solidFill>
              </a:defRPr>
            </a:pPr>
            <a:r>
              <a:t>把稿子丢给我，说「去下 AI 味」</a:t>
            </a:r>
          </a:p>
          <a:p>
            <a:pPr>
              <a:spcAft>
                <a:spcPts val="1000"/>
              </a:spcAft>
              <a:defRPr sz="1700" b="0">
                <a:solidFill>
                  <a:srgbClr val="341F47"/>
                </a:solidFill>
              </a:defRPr>
            </a:pPr>
            <a:r>
              <a:t>公众号、朋友圈、汇报都该备一个</a:t>
            </a:r>
          </a:p>
          <a:p>
            <a:pPr>
              <a:spcAft>
                <a:spcPts val="1000"/>
              </a:spcAft>
              <a:defRPr sz="1700" b="0">
                <a:solidFill>
                  <a:srgbClr val="341F47"/>
                </a:solidFill>
              </a:defRPr>
            </a:pPr>
            <a:r>
              <a:t>先去味，再进 PPT——顺序别反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5120640"/>
            <a:ext cx="10362895" cy="914400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现在就试，让它更像是你本人写的。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